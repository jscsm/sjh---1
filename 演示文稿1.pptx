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9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772" y="8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BBED3A-908F-DDA2-EF25-66AB411625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7F5B69-8477-A106-17F7-4397F87F2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0B301-1A89-4496-D107-50642841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67C42A-7F8D-88C2-A94A-0CAB0C5F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172B70-1620-77F5-5F0C-2C2089BD8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19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7B5AD-67BB-7DE6-4240-34008760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72A0FE-0A30-02E2-50E1-0FC84E403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F5813C-7663-6515-59A3-31E77BED5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AD7EFE-7647-9D91-BD3A-51719D9E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F501F8-6D87-4EE3-0395-D81BC5D6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29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47BA8-1D54-177C-6ADE-28F623864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077F1D-82AA-83CF-0B95-99BDF5CF5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925718-02D5-A210-794C-9AFFBAAD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D0C7E8-6FB6-48F1-700A-522E1F7E7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06CC3-66E6-2306-348F-14A2DC077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75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3A9D3E-5241-99C6-3379-8CABD7312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56E0BE-A6D3-15C2-751B-AE27B0FC8B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2DC4DB-8773-CA2F-C985-D8CBAF3FE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A36892-0764-8D26-4064-3D783D91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245FAB-EB78-5966-B968-77043DBE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3DD4DF-2809-3A8F-DD77-404BA43D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40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9DDBD-0F0F-FB01-0DF2-6A01CCF61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A01160-6573-971D-161B-D14A55D6C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4F294F-5F98-F07E-95A2-2EA66B325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15F0C9-4327-2392-12FF-4509B3B373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AA7185-8CDA-9860-114D-B217A7698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BDDF09-2621-F018-B810-9CFE37127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5942E0-731C-FF5D-67E8-8DB59AD2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9279CEF-0B4F-42FF-EF0C-B8230D88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83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B6B26-4A9B-A1EF-A74C-D156BFA4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59B6F7-4364-88D6-7E91-740B5EE09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CB273F-69C5-3DA6-DB18-4BAF3693B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65250F-4380-7D1B-F78F-102EB5D40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946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8BACE4F-E116-9C4B-CE62-2179A653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1830E6-416B-4510-9DA1-2D2736B4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F70EB4-BB15-569A-132D-04CDFF77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0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AF2E7E-6AFB-1E3F-0E44-E393E039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676BD-0290-B193-5997-9BD0EDF7B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7BD2F0-8354-240A-E4D8-9522FD584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7FA644-503A-73AC-300E-70835FB41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2221CB-4DFB-2232-3FDA-2F8F01F3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E31ACD-3490-FB4D-9E12-8CD3F0C9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46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BD972-C67D-5A0A-D00A-4AD801CC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53C247-882C-3A5D-20FD-036D9FA9C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4FA417F-52EB-D34F-EC45-53E61AD24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F42A9A-8EA5-5C1B-C980-AEE65C9C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23FA0-982B-A6D9-E2BE-29784837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3DA219-4170-473E-C45B-D9FEEE9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33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95E7D-9916-3079-DABE-3D316BD7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6064AE-E9D7-1D06-3C13-54B2AA509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5D3FF7-FD4D-A81E-0E77-1F0B2509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8D487F-A6E5-492F-1B70-DE56795E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EDBAD4-55B8-3E59-FF7B-0BAAA79A5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82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9D1DF0D-3854-09F2-A12E-D066253D7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0B18EC-C0DB-6011-FF33-0B17FE16D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F6D16-C406-750B-162B-4F8153F64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C3056-4584-38DB-3E51-2233761D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19821-ACB7-D8AE-D7D4-D87EC529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52733-DAA2-0D5A-C988-4CFE19D1F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11EE24-C942-E6B2-C30A-69E37A017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BB6CCE-5BC0-9C3D-6C44-C92FD8324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A0B72F-BEF3-4B0E-8AAE-E966841991D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1DF685-854E-6549-D1B5-439D48DDF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49ACF-6AA8-6046-7681-D41C2F0714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5487A-6B71-42ED-97BE-D0E69A7B31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178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812F7-A7A6-5E88-D9CE-08BD2A5194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solidFill>
                <a:srgbClr val="FFC000"/>
              </a:solidFill>
              <a:latin typeface="方正粗黑宋简体" panose="02000000000000000000" pitchFamily="2" charset="-122"/>
              <a:ea typeface="方正粗黑宋简体" panose="02000000000000000000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005FA5-B733-1B83-2AF7-0EF12C65F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1A0B3E-6376-166D-718A-73419F5C4E92}"/>
              </a:ext>
            </a:extLst>
          </p:cNvPr>
          <p:cNvSpPr txBox="1"/>
          <p:nvPr/>
        </p:nvSpPr>
        <p:spPr>
          <a:xfrm>
            <a:off x="1799923" y="693019"/>
            <a:ext cx="2310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FFC000"/>
                </a:solidFill>
              </a:rPr>
              <a:t>自我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A3CBB8-3818-82A5-5406-FBA2256F15A9}"/>
              </a:ext>
            </a:extLst>
          </p:cNvPr>
          <p:cNvSpPr txBox="1"/>
          <p:nvPr/>
        </p:nvSpPr>
        <p:spPr>
          <a:xfrm>
            <a:off x="8890538" y="785352"/>
            <a:ext cx="19172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rgbClr val="FFC000"/>
                </a:solidFill>
              </a:rPr>
              <a:t>介绍</a:t>
            </a:r>
          </a:p>
        </p:txBody>
      </p:sp>
    </p:spTree>
    <p:extLst>
      <p:ext uri="{BB962C8B-B14F-4D97-AF65-F5344CB8AC3E}">
        <p14:creationId xmlns:p14="http://schemas.microsoft.com/office/powerpoint/2010/main" val="334863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24000" b="-1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B87AE61-2256-7A53-B035-9B67CF74895D}"/>
              </a:ext>
            </a:extLst>
          </p:cNvPr>
          <p:cNvSpPr/>
          <p:nvPr/>
        </p:nvSpPr>
        <p:spPr>
          <a:xfrm>
            <a:off x="-16273" y="-133752"/>
            <a:ext cx="12390894" cy="685800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CEFF9E-CD71-0DCD-E733-745415EA6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A4364F8-5579-833E-36DC-25BFC0308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 useBgFill="1">
        <p:nvSpPr>
          <p:cNvPr id="4" name="流程图: 汇总连接 3">
            <a:extLst>
              <a:ext uri="{FF2B5EF4-FFF2-40B4-BE49-F238E27FC236}">
                <a16:creationId xmlns:a16="http://schemas.microsoft.com/office/drawing/2014/main" id="{8316F4B5-DD66-FAE5-010C-1CF83C4EDEED}"/>
              </a:ext>
            </a:extLst>
          </p:cNvPr>
          <p:cNvSpPr/>
          <p:nvPr/>
        </p:nvSpPr>
        <p:spPr>
          <a:xfrm>
            <a:off x="-4063818" y="-718502"/>
            <a:ext cx="8960152" cy="8641080"/>
          </a:xfrm>
          <a:prstGeom prst="flowChartSummingJunction">
            <a:avLst/>
          </a:prstGeom>
          <a:ln>
            <a:solidFill>
              <a:schemeClr val="bg2"/>
            </a:solidFill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 useBgFill="1">
        <p:nvSpPr>
          <p:cNvPr id="5" name="椭圆 4">
            <a:extLst>
              <a:ext uri="{FF2B5EF4-FFF2-40B4-BE49-F238E27FC236}">
                <a16:creationId xmlns:a16="http://schemas.microsoft.com/office/drawing/2014/main" id="{D8E913C3-CCE2-A505-3B69-7C1155CC71F0}"/>
              </a:ext>
            </a:extLst>
          </p:cNvPr>
          <p:cNvSpPr/>
          <p:nvPr/>
        </p:nvSpPr>
        <p:spPr>
          <a:xfrm>
            <a:off x="-1704168" y="2004060"/>
            <a:ext cx="3566160" cy="3520440"/>
          </a:xfrm>
          <a:prstGeom prst="ellipse">
            <a:avLst/>
          </a:prstGeom>
          <a:ln>
            <a:noFill/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A582CE-EC69-FB33-829A-DCEE17981BCA}"/>
              </a:ext>
            </a:extLst>
          </p:cNvPr>
          <p:cNvGrpSpPr/>
          <p:nvPr/>
        </p:nvGrpSpPr>
        <p:grpSpPr>
          <a:xfrm>
            <a:off x="-3053618" y="779502"/>
            <a:ext cx="6982697" cy="5944746"/>
            <a:chOff x="-3053618" y="779502"/>
            <a:chExt cx="6982697" cy="59447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6FB40E6-DE12-8268-0528-D212A14F5EE5}"/>
                </a:ext>
              </a:extLst>
            </p:cNvPr>
            <p:cNvSpPr txBox="1"/>
            <p:nvPr/>
          </p:nvSpPr>
          <p:spPr>
            <a:xfrm>
              <a:off x="-16273" y="77950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>
                  <a:solidFill>
                    <a:srgbClr val="FFC000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PART 1</a:t>
              </a:r>
              <a:endParaRPr lang="zh-CN" altLang="en-US" sz="3000" dirty="0">
                <a:solidFill>
                  <a:srgbClr val="FFC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5DF5035-CB56-88C0-4517-1A6171DC3104}"/>
                </a:ext>
              </a:extLst>
            </p:cNvPr>
            <p:cNvSpPr txBox="1"/>
            <p:nvPr/>
          </p:nvSpPr>
          <p:spPr>
            <a:xfrm>
              <a:off x="2353806" y="3152001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>
                  <a:solidFill>
                    <a:srgbClr val="FFC000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PART 2</a:t>
              </a:r>
              <a:endParaRPr lang="zh-CN" altLang="en-US" sz="3000" dirty="0">
                <a:solidFill>
                  <a:srgbClr val="FFC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7239BF6-B1BE-3B11-9F63-55EDEED9E515}"/>
                </a:ext>
              </a:extLst>
            </p:cNvPr>
            <p:cNvSpPr txBox="1"/>
            <p:nvPr/>
          </p:nvSpPr>
          <p:spPr>
            <a:xfrm>
              <a:off x="-371378" y="6170250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>
                  <a:solidFill>
                    <a:srgbClr val="FFC000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PART 3</a:t>
              </a:r>
              <a:endParaRPr lang="zh-CN" altLang="en-US" sz="3000" dirty="0">
                <a:solidFill>
                  <a:srgbClr val="FFC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DAF55FDE-B89D-B266-515A-88B049408A8E}"/>
                </a:ext>
              </a:extLst>
            </p:cNvPr>
            <p:cNvSpPr txBox="1"/>
            <p:nvPr/>
          </p:nvSpPr>
          <p:spPr>
            <a:xfrm>
              <a:off x="-3053618" y="319504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0" dirty="0">
                  <a:solidFill>
                    <a:srgbClr val="FFC000"/>
                  </a:solidFill>
                  <a:latin typeface="方正粗黑宋简体" panose="02000000000000000000" pitchFamily="2" charset="-122"/>
                  <a:ea typeface="方正粗黑宋简体" panose="02000000000000000000" pitchFamily="2" charset="-122"/>
                </a:rPr>
                <a:t>PART 3</a:t>
              </a:r>
              <a:endParaRPr lang="zh-CN" altLang="en-US" sz="3000" dirty="0">
                <a:solidFill>
                  <a:srgbClr val="FFC000"/>
                </a:solidFill>
                <a:latin typeface="方正粗黑宋简体" panose="02000000000000000000" pitchFamily="2" charset="-122"/>
                <a:ea typeface="方正粗黑宋简体" panose="02000000000000000000" pitchFamily="2" charset="-122"/>
              </a:endParaRP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7B80232F-1A91-58D3-7AAC-4F22D2B82D8B}"/>
              </a:ext>
            </a:extLst>
          </p:cNvPr>
          <p:cNvSpPr txBox="1"/>
          <p:nvPr/>
        </p:nvSpPr>
        <p:spPr>
          <a:xfrm>
            <a:off x="6804130" y="573088"/>
            <a:ext cx="3662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ziwojieshao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29869C9-A468-2475-AD25-F7367F4A3518}"/>
              </a:ext>
            </a:extLst>
          </p:cNvPr>
          <p:cNvSpPr txBox="1"/>
          <p:nvPr/>
        </p:nvSpPr>
        <p:spPr>
          <a:xfrm>
            <a:off x="8635477" y="1527170"/>
            <a:ext cx="27230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我是谁？</a:t>
            </a:r>
          </a:p>
        </p:txBody>
      </p:sp>
    </p:spTree>
    <p:extLst>
      <p:ext uri="{BB962C8B-B14F-4D97-AF65-F5344CB8AC3E}">
        <p14:creationId xmlns:p14="http://schemas.microsoft.com/office/powerpoint/2010/main" val="39331148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2437E-4C8C-0E74-3FAD-71CFC9016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B451B8-F926-D65F-2010-547B4B401964}"/>
              </a:ext>
            </a:extLst>
          </p:cNvPr>
          <p:cNvSpPr/>
          <p:nvPr/>
        </p:nvSpPr>
        <p:spPr>
          <a:xfrm>
            <a:off x="-39326" y="0"/>
            <a:ext cx="12390894" cy="685800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FFE5808-63AE-EE11-D680-9784DE9901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89492E-C565-B340-4E1D-EDDB5AA165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 useBgFill="1">
        <p:nvSpPr>
          <p:cNvPr id="4" name="流程图: 汇总连接 3">
            <a:extLst>
              <a:ext uri="{FF2B5EF4-FFF2-40B4-BE49-F238E27FC236}">
                <a16:creationId xmlns:a16="http://schemas.microsoft.com/office/drawing/2014/main" id="{44EA2AA3-C251-0979-CC13-6B66912DDA79}"/>
              </a:ext>
            </a:extLst>
          </p:cNvPr>
          <p:cNvSpPr/>
          <p:nvPr/>
        </p:nvSpPr>
        <p:spPr>
          <a:xfrm rot="18953134">
            <a:off x="-4079096" y="-1168303"/>
            <a:ext cx="8960152" cy="9013388"/>
          </a:xfrm>
          <a:prstGeom prst="flowChartSummingJunction">
            <a:avLst/>
          </a:prstGeom>
          <a:ln>
            <a:solidFill>
              <a:schemeClr val="bg2"/>
            </a:solidFill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 useBgFill="1">
        <p:nvSpPr>
          <p:cNvPr id="5" name="椭圆 4">
            <a:extLst>
              <a:ext uri="{FF2B5EF4-FFF2-40B4-BE49-F238E27FC236}">
                <a16:creationId xmlns:a16="http://schemas.microsoft.com/office/drawing/2014/main" id="{652AD548-F9FC-1658-29B7-5E6BAD6F32D9}"/>
              </a:ext>
            </a:extLst>
          </p:cNvPr>
          <p:cNvSpPr/>
          <p:nvPr/>
        </p:nvSpPr>
        <p:spPr>
          <a:xfrm rot="3388096">
            <a:off x="-1681308" y="2215197"/>
            <a:ext cx="3566160" cy="3520440"/>
          </a:xfrm>
          <a:prstGeom prst="ellipse">
            <a:avLst/>
          </a:prstGeom>
          <a:ln>
            <a:noFill/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70330FB-D3F3-27F6-47D9-F57769DDA91E}"/>
              </a:ext>
            </a:extLst>
          </p:cNvPr>
          <p:cNvGrpSpPr/>
          <p:nvPr/>
        </p:nvGrpSpPr>
        <p:grpSpPr>
          <a:xfrm>
            <a:off x="-3053618" y="779502"/>
            <a:ext cx="6982697" cy="5944746"/>
            <a:chOff x="-3053618" y="779502"/>
            <a:chExt cx="6982697" cy="59447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3EB1F00-F0E4-884C-A40C-277EF27E9239}"/>
                </a:ext>
              </a:extLst>
            </p:cNvPr>
            <p:cNvSpPr txBox="1"/>
            <p:nvPr/>
          </p:nvSpPr>
          <p:spPr>
            <a:xfrm>
              <a:off x="-16273" y="77950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2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85A3DB2-5357-6BE4-B5E8-13AB2275B3CB}"/>
                </a:ext>
              </a:extLst>
            </p:cNvPr>
            <p:cNvSpPr txBox="1"/>
            <p:nvPr/>
          </p:nvSpPr>
          <p:spPr>
            <a:xfrm>
              <a:off x="2353806" y="3152001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3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E7472D9-4AEC-E92E-C1A4-68DD8A8941B9}"/>
                </a:ext>
              </a:extLst>
            </p:cNvPr>
            <p:cNvSpPr txBox="1"/>
            <p:nvPr/>
          </p:nvSpPr>
          <p:spPr>
            <a:xfrm>
              <a:off x="-371378" y="6170250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4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9A55C5A-F789-55FB-229D-44FA34D16E59}"/>
                </a:ext>
              </a:extLst>
            </p:cNvPr>
            <p:cNvSpPr txBox="1"/>
            <p:nvPr/>
          </p:nvSpPr>
          <p:spPr>
            <a:xfrm>
              <a:off x="-3053618" y="319504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1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C38D011-5903-5658-9EB6-D494D0ACBC45}"/>
              </a:ext>
            </a:extLst>
          </p:cNvPr>
          <p:cNvSpPr txBox="1"/>
          <p:nvPr/>
        </p:nvSpPr>
        <p:spPr>
          <a:xfrm>
            <a:off x="7978977" y="4892675"/>
            <a:ext cx="2342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</a:rPr>
              <a:t>我的性格？</a:t>
            </a:r>
          </a:p>
        </p:txBody>
      </p:sp>
    </p:spTree>
    <p:extLst>
      <p:ext uri="{BB962C8B-B14F-4D97-AF65-F5344CB8AC3E}">
        <p14:creationId xmlns:p14="http://schemas.microsoft.com/office/powerpoint/2010/main" val="2681915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1E571-8BBC-233E-FDAE-999E47FB7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1CD7779-5F36-792C-0056-401400D460C3}"/>
              </a:ext>
            </a:extLst>
          </p:cNvPr>
          <p:cNvSpPr/>
          <p:nvPr/>
        </p:nvSpPr>
        <p:spPr>
          <a:xfrm>
            <a:off x="-99447" y="-78150"/>
            <a:ext cx="12390894" cy="685800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9D0E09B-80C2-98D1-E2AA-B3741B130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2A95DD-7949-52FA-4C24-FBF9D0ED4F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 useBgFill="1">
        <p:nvSpPr>
          <p:cNvPr id="4" name="流程图: 汇总连接 3">
            <a:extLst>
              <a:ext uri="{FF2B5EF4-FFF2-40B4-BE49-F238E27FC236}">
                <a16:creationId xmlns:a16="http://schemas.microsoft.com/office/drawing/2014/main" id="{47BFBCC8-ABBC-29F0-1F7E-7A5AF80C3FE2}"/>
              </a:ext>
            </a:extLst>
          </p:cNvPr>
          <p:cNvSpPr/>
          <p:nvPr/>
        </p:nvSpPr>
        <p:spPr>
          <a:xfrm rot="13597003">
            <a:off x="-3982223" y="-1046825"/>
            <a:ext cx="9004734" cy="9248360"/>
          </a:xfrm>
          <a:prstGeom prst="flowChartSummingJunction">
            <a:avLst/>
          </a:prstGeom>
          <a:ln>
            <a:solidFill>
              <a:schemeClr val="bg2"/>
            </a:solidFill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 useBgFill="1">
        <p:nvSpPr>
          <p:cNvPr id="5" name="椭圆 4">
            <a:extLst>
              <a:ext uri="{FF2B5EF4-FFF2-40B4-BE49-F238E27FC236}">
                <a16:creationId xmlns:a16="http://schemas.microsoft.com/office/drawing/2014/main" id="{25D31808-A672-547A-5018-F3A498F6F43B}"/>
              </a:ext>
            </a:extLst>
          </p:cNvPr>
          <p:cNvSpPr/>
          <p:nvPr/>
        </p:nvSpPr>
        <p:spPr>
          <a:xfrm rot="9128498">
            <a:off x="-1704168" y="2004060"/>
            <a:ext cx="3566160" cy="3520440"/>
          </a:xfrm>
          <a:prstGeom prst="ellipse">
            <a:avLst/>
          </a:prstGeom>
          <a:ln>
            <a:noFill/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167454D-0A47-88B2-F55D-B4DD30867591}"/>
              </a:ext>
            </a:extLst>
          </p:cNvPr>
          <p:cNvGrpSpPr/>
          <p:nvPr/>
        </p:nvGrpSpPr>
        <p:grpSpPr>
          <a:xfrm>
            <a:off x="-3053618" y="779502"/>
            <a:ext cx="6982697" cy="5944746"/>
            <a:chOff x="-3053618" y="779502"/>
            <a:chExt cx="6982697" cy="59447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8ABDFD5-FAEA-383D-5DEC-A334E71D1C5A}"/>
                </a:ext>
              </a:extLst>
            </p:cNvPr>
            <p:cNvSpPr txBox="1"/>
            <p:nvPr/>
          </p:nvSpPr>
          <p:spPr>
            <a:xfrm>
              <a:off x="-16273" y="77950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3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11BC43E9-0167-2A6C-570D-7F4D1D98A645}"/>
                </a:ext>
              </a:extLst>
            </p:cNvPr>
            <p:cNvSpPr txBox="1"/>
            <p:nvPr/>
          </p:nvSpPr>
          <p:spPr>
            <a:xfrm>
              <a:off x="2353806" y="3152001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4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1F3894D-92A3-0090-EAFE-5D6F5D9F7F50}"/>
                </a:ext>
              </a:extLst>
            </p:cNvPr>
            <p:cNvSpPr txBox="1"/>
            <p:nvPr/>
          </p:nvSpPr>
          <p:spPr>
            <a:xfrm>
              <a:off x="-371378" y="6170250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1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3986680-7A37-B8BE-2670-F38074523B67}"/>
                </a:ext>
              </a:extLst>
            </p:cNvPr>
            <p:cNvSpPr txBox="1"/>
            <p:nvPr/>
          </p:nvSpPr>
          <p:spPr>
            <a:xfrm>
              <a:off x="-3053618" y="319504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2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4224A50-205E-8F6D-8F94-64949079CE5C}"/>
              </a:ext>
            </a:extLst>
          </p:cNvPr>
          <p:cNvSpPr txBox="1"/>
          <p:nvPr/>
        </p:nvSpPr>
        <p:spPr>
          <a:xfrm>
            <a:off x="7926039" y="917648"/>
            <a:ext cx="2536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我的特长？</a:t>
            </a:r>
          </a:p>
        </p:txBody>
      </p:sp>
    </p:spTree>
    <p:extLst>
      <p:ext uri="{BB962C8B-B14F-4D97-AF65-F5344CB8AC3E}">
        <p14:creationId xmlns:p14="http://schemas.microsoft.com/office/powerpoint/2010/main" val="3404551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DC3CB-6297-0139-3203-A5CA1CF4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6326125-8BE1-45E4-D4A9-E6450213E33F}"/>
              </a:ext>
            </a:extLst>
          </p:cNvPr>
          <p:cNvSpPr/>
          <p:nvPr/>
        </p:nvSpPr>
        <p:spPr>
          <a:xfrm>
            <a:off x="-99447" y="-76145"/>
            <a:ext cx="12390894" cy="6858000"/>
          </a:xfrm>
          <a:prstGeom prst="rect">
            <a:avLst/>
          </a:prstGeom>
          <a:gradFill>
            <a:gsLst>
              <a:gs pos="100000">
                <a:schemeClr val="tx1">
                  <a:alpha val="5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9E2ABDE-DE3C-5947-2AB5-4D70F1089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4CF83B-E24B-990C-F61D-D156F0B2C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 useBgFill="1">
        <p:nvSpPr>
          <p:cNvPr id="4" name="流程图: 汇总连接 3">
            <a:extLst>
              <a:ext uri="{FF2B5EF4-FFF2-40B4-BE49-F238E27FC236}">
                <a16:creationId xmlns:a16="http://schemas.microsoft.com/office/drawing/2014/main" id="{9F2F0D24-7804-C6AE-CB28-5B7C9324B811}"/>
              </a:ext>
            </a:extLst>
          </p:cNvPr>
          <p:cNvSpPr/>
          <p:nvPr/>
        </p:nvSpPr>
        <p:spPr>
          <a:xfrm rot="8113425">
            <a:off x="-4144617" y="-914652"/>
            <a:ext cx="8960152" cy="8870513"/>
          </a:xfrm>
          <a:prstGeom prst="flowChartSummingJunction">
            <a:avLst/>
          </a:prstGeom>
          <a:ln>
            <a:solidFill>
              <a:schemeClr val="bg2"/>
            </a:solidFill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 useBgFill="1">
        <p:nvSpPr>
          <p:cNvPr id="5" name="椭圆 4">
            <a:extLst>
              <a:ext uri="{FF2B5EF4-FFF2-40B4-BE49-F238E27FC236}">
                <a16:creationId xmlns:a16="http://schemas.microsoft.com/office/drawing/2014/main" id="{E7C0E090-109E-2596-DABC-93FDF008BA12}"/>
              </a:ext>
            </a:extLst>
          </p:cNvPr>
          <p:cNvSpPr/>
          <p:nvPr/>
        </p:nvSpPr>
        <p:spPr>
          <a:xfrm rot="17267524">
            <a:off x="-1704168" y="2004060"/>
            <a:ext cx="3566160" cy="3520440"/>
          </a:xfrm>
          <a:prstGeom prst="ellipse">
            <a:avLst/>
          </a:prstGeom>
          <a:ln>
            <a:noFill/>
          </a:ln>
          <a:effectLst>
            <a:outerShdw blurRad="254000" dist="1270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F4B1C54-FDBB-AD4D-E906-F54C97DF7302}"/>
              </a:ext>
            </a:extLst>
          </p:cNvPr>
          <p:cNvGrpSpPr/>
          <p:nvPr/>
        </p:nvGrpSpPr>
        <p:grpSpPr>
          <a:xfrm>
            <a:off x="-3053618" y="779502"/>
            <a:ext cx="6982697" cy="5944746"/>
            <a:chOff x="-3053618" y="779502"/>
            <a:chExt cx="6982697" cy="59447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ECB77D5-ECFB-208B-7BA0-3B3141713442}"/>
                </a:ext>
              </a:extLst>
            </p:cNvPr>
            <p:cNvSpPr txBox="1"/>
            <p:nvPr/>
          </p:nvSpPr>
          <p:spPr>
            <a:xfrm>
              <a:off x="-16273" y="77950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4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5A3B3FF-B23F-5A70-84F4-17BE679C6D62}"/>
                </a:ext>
              </a:extLst>
            </p:cNvPr>
            <p:cNvSpPr txBox="1"/>
            <p:nvPr/>
          </p:nvSpPr>
          <p:spPr>
            <a:xfrm>
              <a:off x="2353806" y="3152001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3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1EEF82-DAA3-BD83-D3A3-F7A257C47C77}"/>
                </a:ext>
              </a:extLst>
            </p:cNvPr>
            <p:cNvSpPr txBox="1"/>
            <p:nvPr/>
          </p:nvSpPr>
          <p:spPr>
            <a:xfrm>
              <a:off x="-371378" y="6170250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2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B980337-10D3-0AE1-3E3F-2EE8E0B024BD}"/>
                </a:ext>
              </a:extLst>
            </p:cNvPr>
            <p:cNvSpPr txBox="1"/>
            <p:nvPr/>
          </p:nvSpPr>
          <p:spPr>
            <a:xfrm>
              <a:off x="-3053618" y="3195042"/>
              <a:ext cx="157527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方正粗黑宋简体" panose="02000000000000000000" pitchFamily="2" charset="-122"/>
                  <a:ea typeface="方正粗黑宋简体" panose="02000000000000000000" pitchFamily="2" charset="-122"/>
                  <a:cs typeface="+mn-cs"/>
                </a:rPr>
                <a:t>PART 1</a:t>
              </a:r>
              <a:endPara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方正粗黑宋简体" panose="02000000000000000000" pitchFamily="2" charset="-122"/>
                <a:ea typeface="方正粗黑宋简体" panose="02000000000000000000" pitchFamily="2" charset="-122"/>
                <a:cs typeface="+mn-cs"/>
              </a:endParaRP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5AF2D69E-0E7C-0D54-36FA-8EC64DDDAAB1}"/>
              </a:ext>
            </a:extLst>
          </p:cNvPr>
          <p:cNvSpPr txBox="1"/>
          <p:nvPr/>
        </p:nvSpPr>
        <p:spPr>
          <a:xfrm>
            <a:off x="3604661" y="306564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8B6A08-EFAA-3B9F-4484-9E8289BE5F43}"/>
              </a:ext>
            </a:extLst>
          </p:cNvPr>
          <p:cNvSpPr txBox="1"/>
          <p:nvPr/>
        </p:nvSpPr>
        <p:spPr>
          <a:xfrm>
            <a:off x="6096000" y="3207094"/>
            <a:ext cx="39615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希望今后能与大家相处愉快</a:t>
            </a:r>
          </a:p>
        </p:txBody>
      </p:sp>
    </p:spTree>
    <p:extLst>
      <p:ext uri="{BB962C8B-B14F-4D97-AF65-F5344CB8AC3E}">
        <p14:creationId xmlns:p14="http://schemas.microsoft.com/office/powerpoint/2010/main" val="38922445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63</Words>
  <Application>Microsoft Office PowerPoint</Application>
  <PresentationFormat>宽屏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方正粗黑宋简体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豪 公孙</dc:creator>
  <cp:lastModifiedBy>豪 公孙</cp:lastModifiedBy>
  <cp:revision>2</cp:revision>
  <dcterms:created xsi:type="dcterms:W3CDTF">2026-09-12T14:30:32Z</dcterms:created>
  <dcterms:modified xsi:type="dcterms:W3CDTF">2026-09-12T15:00:08Z</dcterms:modified>
</cp:coreProperties>
</file>